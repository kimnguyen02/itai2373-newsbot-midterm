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72" r:id="rId7"/>
    <p:sldId id="273" r:id="rId8"/>
    <p:sldId id="280" r:id="rId9"/>
    <p:sldId id="274" r:id="rId10"/>
    <p:sldId id="275" r:id="rId11"/>
    <p:sldId id="281" r:id="rId12"/>
    <p:sldId id="279" r:id="rId13"/>
    <p:sldId id="278" r:id="rId14"/>
    <p:sldId id="277" r:id="rId15"/>
    <p:sldId id="276" r:id="rId16"/>
    <p:sldId id="282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916" y="692696"/>
            <a:ext cx="8735325" cy="2000251"/>
          </a:xfrm>
        </p:spPr>
        <p:txBody>
          <a:bodyPr/>
          <a:lstStyle/>
          <a:p>
            <a:r>
              <a:rPr lang="en-US" dirty="0"/>
              <a:t>NEWSBOT INTELLIGENCE SYSTEM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41884" y="4077072"/>
            <a:ext cx="10369152" cy="1752600"/>
          </a:xfrm>
        </p:spPr>
        <p:txBody>
          <a:bodyPr/>
          <a:lstStyle/>
          <a:p>
            <a:r>
              <a:rPr lang="en-US" dirty="0"/>
              <a:t>Kim Nguyen			prof. </a:t>
            </a:r>
            <a:r>
              <a:rPr lang="en-US" b="1" dirty="0"/>
              <a:t>  </a:t>
            </a:r>
            <a:r>
              <a:rPr lang="en-US" dirty="0"/>
              <a:t>Anna Devarakonda 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CHECKLIST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NLP applications and real-world context</a:t>
            </a:r>
          </a:p>
          <a:p>
            <a:r>
              <a:rPr lang="en-US" dirty="0"/>
              <a:t>Text preprocessing pipeline</a:t>
            </a:r>
          </a:p>
          <a:p>
            <a:r>
              <a:rPr lang="en-US" dirty="0"/>
              <a:t>TF-IDF feature extraction</a:t>
            </a:r>
          </a:p>
          <a:p>
            <a:r>
              <a:rPr lang="en-US" dirty="0"/>
              <a:t>POS tagging analysis</a:t>
            </a:r>
          </a:p>
          <a:p>
            <a:r>
              <a:rPr lang="en-US" dirty="0"/>
              <a:t>Syntax parsing and semantic analysis</a:t>
            </a:r>
          </a:p>
          <a:p>
            <a:r>
              <a:rPr lang="en-US" dirty="0"/>
              <a:t>Sentiment and emotion analysis</a:t>
            </a:r>
          </a:p>
          <a:p>
            <a:r>
              <a:rPr lang="en-US" dirty="0"/>
              <a:t>Text classification system</a:t>
            </a:r>
          </a:p>
          <a:p>
            <a:r>
              <a:rPr lang="en-US" dirty="0"/>
              <a:t>Named Entity Recognition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54DD-8EDE-9AB1-F121-005D67FB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ADA67E-3832-DC5B-3605-A18F3378A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8697" y="1628800"/>
            <a:ext cx="749143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72F3-D3CE-5D4B-8730-EAD780D1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88640"/>
            <a:ext cx="10360501" cy="1223963"/>
          </a:xfrm>
        </p:spPr>
        <p:txBody>
          <a:bodyPr/>
          <a:lstStyle/>
          <a:p>
            <a:r>
              <a:rPr lang="en-US" dirty="0"/>
              <a:t>TEXT PREPROCESSIGN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639B-C5D8-FB4A-5702-808FFB875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159" y="1474322"/>
            <a:ext cx="3795409" cy="3095355"/>
          </a:xfrm>
        </p:spPr>
        <p:txBody>
          <a:bodyPr/>
          <a:lstStyle/>
          <a:p>
            <a:r>
              <a:rPr lang="en-US" dirty="0"/>
              <a:t>Text Cleaning</a:t>
            </a:r>
          </a:p>
          <a:p>
            <a:r>
              <a:rPr lang="en-US" dirty="0"/>
              <a:t>Tokenization</a:t>
            </a:r>
          </a:p>
          <a:p>
            <a:r>
              <a:rPr lang="en-US" dirty="0"/>
              <a:t>Normalization</a:t>
            </a:r>
          </a:p>
          <a:p>
            <a:r>
              <a:rPr lang="en-US" dirty="0"/>
              <a:t>Stop word removal</a:t>
            </a:r>
          </a:p>
          <a:p>
            <a:r>
              <a:rPr lang="en-US" dirty="0"/>
              <a:t>Lemmatization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1E6AC-426C-DC4F-FF91-BB484BE3D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76" y="4581128"/>
            <a:ext cx="11146671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1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E121-5D0B-A3C4-6A16-AD6AD0A7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CHANGED DURING PREPROCESSING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E66A64-CC29-5AEA-A209-6AEFEFF02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434443"/>
              </p:ext>
            </p:extLst>
          </p:nvPr>
        </p:nvGraphicFramePr>
        <p:xfrm>
          <a:off x="621804" y="1916832"/>
          <a:ext cx="11089233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1979738193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990107287"/>
                    </a:ext>
                  </a:extLst>
                </a:gridCol>
                <a:gridCol w="4176465">
                  <a:extLst>
                    <a:ext uri="{9D8B030D-6E8A-4147-A177-3AD203B41FA5}">
                      <a16:colId xmlns:a16="http://schemas.microsoft.com/office/drawing/2014/main" val="246547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98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Lowercasing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All text converted to lowercase for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>
                          <a:latin typeface="+mj-lt"/>
                        </a:rPr>
                        <a:t>Worldcom</a:t>
                      </a:r>
                      <a:r>
                        <a:rPr lang="en-US" dirty="0">
                          <a:latin typeface="+mj-lt"/>
                        </a:rPr>
                        <a:t> → </a:t>
                      </a:r>
                      <a:r>
                        <a:rPr lang="en-US" dirty="0" err="1">
                          <a:latin typeface="+mj-lt"/>
                        </a:rPr>
                        <a:t>worldcom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323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Removed punctuation, numbers, and symbols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Keeps only meaningful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+mj-lt"/>
                        </a:rPr>
                        <a:t>2005 and - 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11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Removed </a:t>
                      </a:r>
                      <a:r>
                        <a:rPr lang="en-US" dirty="0" err="1"/>
                        <a:t>stopwords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Words like “in”, “for”, “the” 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+mj-lt"/>
                        </a:rPr>
                        <a:t>“in ten major” → “major”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9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Trimmed whitespace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Removed extra spaces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“ </a:t>
                      </a:r>
                      <a:r>
                        <a:rPr lang="en-US" dirty="0" err="1"/>
                        <a:t>worldcom</a:t>
                      </a:r>
                      <a:r>
                        <a:rPr lang="en-US" dirty="0"/>
                        <a:t> ” → “</a:t>
                      </a:r>
                      <a:r>
                        <a:rPr lang="en-US" dirty="0" err="1"/>
                        <a:t>worldcom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574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82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9971-BA36-07D0-5266-FC54C9CB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 FEATURE EXTRACTION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7A0B5-B548-DB13-9730-13B870BF0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8414" y="1701800"/>
            <a:ext cx="7001596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1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4E23-E4D4-97D6-019B-D9F5CB01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 TAGGING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B1659D-8A88-F661-B5AB-2B7C2E1F5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257" y="1628800"/>
            <a:ext cx="711631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2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F940F-0220-CB84-37FE-B72F19ED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 TAGGING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118A-4E64-E2E4-F61F-54DE43BEB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2276871"/>
            <a:ext cx="10360501" cy="3887197"/>
          </a:xfrm>
        </p:spPr>
        <p:txBody>
          <a:bodyPr/>
          <a:lstStyle/>
          <a:p>
            <a:r>
              <a:rPr lang="en-US" b="1" dirty="0"/>
              <a:t>Nouns</a:t>
            </a:r>
            <a:r>
              <a:rPr lang="en-US" dirty="0"/>
              <a:t> → NN, NNS, NNP, NNPS</a:t>
            </a:r>
          </a:p>
          <a:p>
            <a:r>
              <a:rPr lang="en-US" b="1" dirty="0"/>
              <a:t>Verbs</a:t>
            </a:r>
            <a:r>
              <a:rPr lang="en-US" dirty="0"/>
              <a:t> → VB, VBD, VBG, VBN, VBP, VBZ</a:t>
            </a:r>
          </a:p>
          <a:p>
            <a:r>
              <a:rPr lang="en-US" b="1" dirty="0"/>
              <a:t>Adjectives</a:t>
            </a:r>
            <a:r>
              <a:rPr lang="en-US" dirty="0"/>
              <a:t> → JJ, JJR, JJS</a:t>
            </a:r>
          </a:p>
          <a:p>
            <a:r>
              <a:rPr lang="en-US" b="1" dirty="0"/>
              <a:t>Adverbs</a:t>
            </a:r>
            <a:r>
              <a:rPr lang="en-US" dirty="0"/>
              <a:t> → RB, RBR, RBS</a:t>
            </a:r>
          </a:p>
          <a:p>
            <a:r>
              <a:rPr lang="en-US" b="1" dirty="0"/>
              <a:t>Numbers</a:t>
            </a:r>
            <a:r>
              <a:rPr lang="en-US" dirty="0"/>
              <a:t> → CD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0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011B-C594-AEFE-7BE4-14E9179A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548680"/>
            <a:ext cx="10360501" cy="1223963"/>
          </a:xfrm>
        </p:spPr>
        <p:txBody>
          <a:bodyPr/>
          <a:lstStyle/>
          <a:p>
            <a:r>
              <a:rPr lang="en-US" dirty="0"/>
              <a:t>SYNTAX PARSING AND SEMANTIC ANALYSIS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EDE88-3126-AC12-4783-757EE2565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052" y="2060848"/>
            <a:ext cx="10010719" cy="324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8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F691-F01D-7E00-31D3-904340AA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AND EMOTION ANALYSIS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B549D-7CDB-6688-68FB-107B46FF8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73" y="2420888"/>
            <a:ext cx="3896269" cy="1648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44713-019A-36AB-7027-7796068D9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666" y="1268760"/>
            <a:ext cx="6560004" cy="518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9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E6B4-5B5B-53A0-5BB5-FF3937A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260648"/>
            <a:ext cx="10360501" cy="1223963"/>
          </a:xfrm>
        </p:spPr>
        <p:txBody>
          <a:bodyPr/>
          <a:lstStyle/>
          <a:p>
            <a:r>
              <a:rPr lang="en-US" dirty="0"/>
              <a:t>TEXT CLASSIFICATION SYSTEM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C49C5E-10D4-4239-DF2A-81FBA6972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764" y="2619919"/>
            <a:ext cx="5172797" cy="158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069D6-B1FC-2DFB-C154-E9B7A3E6F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356" y="1124744"/>
            <a:ext cx="6132235" cy="531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5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EF21-F537-7DB4-7D4D-B994C3F1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ENTITY RECOGNITION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42CF41-2333-F1C6-6574-593197799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89" y="1412776"/>
            <a:ext cx="11099963" cy="431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2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D90D-F437-BA4E-B98D-437CD0C0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044" y="2060848"/>
            <a:ext cx="6336703" cy="1944216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2665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27</TotalTime>
  <Words>192</Words>
  <Application>Microsoft Office PowerPoint</Application>
  <PresentationFormat>Custom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Tech 16x9</vt:lpstr>
      <vt:lpstr>NEWSBOT INTELLIGENCE SYSTEM</vt:lpstr>
      <vt:lpstr>INTEGRATION CHECKLIST</vt:lpstr>
      <vt:lpstr>DATASET</vt:lpstr>
      <vt:lpstr>TEXT PREPROCESSIGN PIPELINE</vt:lpstr>
      <vt:lpstr>WHAT CHANGED DURING PREPROCESSING</vt:lpstr>
      <vt:lpstr>TF-IDF FEATURE EXTRACTION</vt:lpstr>
      <vt:lpstr>POS TAGGING ANALYSIS</vt:lpstr>
      <vt:lpstr>POS TAGGING ANALYSIS</vt:lpstr>
      <vt:lpstr>SYNTAX PARSING AND SEMANTIC ANALYSIS </vt:lpstr>
      <vt:lpstr>SENTIMENT AND EMOTION ANALYSIS </vt:lpstr>
      <vt:lpstr>TEXT CLASSIFICATION SYSTEM </vt:lpstr>
      <vt:lpstr>NAMED ENTITY RECOGNITION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Nguyen</dc:creator>
  <cp:lastModifiedBy>Kim Nguyen</cp:lastModifiedBy>
  <cp:revision>2</cp:revision>
  <dcterms:created xsi:type="dcterms:W3CDTF">2025-11-09T03:55:12Z</dcterms:created>
  <dcterms:modified xsi:type="dcterms:W3CDTF">2025-11-09T04:22:53Z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